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FDA7A5-2DC5-43CD-9420-BC83F47078EB}" v="38" dt="2026-07-14T09:24:30.9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7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arath Bharath" userId="e4845cb436bf9c0e" providerId="LiveId" clId="{E4DF3256-23C1-4E8A-9D40-4E75BCDE1125}"/>
    <pc:docChg chg="undo custSel addSld modSld">
      <pc:chgData name="Bharath Bharath" userId="e4845cb436bf9c0e" providerId="LiveId" clId="{E4DF3256-23C1-4E8A-9D40-4E75BCDE1125}" dt="2026-07-14T09:24:56.890" v="456" actId="207"/>
      <pc:docMkLst>
        <pc:docMk/>
      </pc:docMkLst>
      <pc:sldChg chg="addSp delSp modSp mod">
        <pc:chgData name="Bharath Bharath" userId="e4845cb436bf9c0e" providerId="LiveId" clId="{E4DF3256-23C1-4E8A-9D40-4E75BCDE1125}" dt="2026-07-14T08:58:18.303" v="173" actId="13822"/>
        <pc:sldMkLst>
          <pc:docMk/>
          <pc:sldMk cId="321575999" sldId="256"/>
        </pc:sldMkLst>
        <pc:spChg chg="mod">
          <ac:chgData name="Bharath Bharath" userId="e4845cb436bf9c0e" providerId="LiveId" clId="{E4DF3256-23C1-4E8A-9D40-4E75BCDE1125}" dt="2026-07-14T08:54:58.721" v="123" actId="2711"/>
          <ac:spMkLst>
            <pc:docMk/>
            <pc:sldMk cId="321575999" sldId="256"/>
            <ac:spMk id="4" creationId="{8337CAF7-56A8-171D-B5FF-504E62AD4DFC}"/>
          </ac:spMkLst>
        </pc:spChg>
        <pc:spChg chg="mod">
          <ac:chgData name="Bharath Bharath" userId="e4845cb436bf9c0e" providerId="LiveId" clId="{E4DF3256-23C1-4E8A-9D40-4E75BCDE1125}" dt="2026-07-14T08:54:58.721" v="123" actId="2711"/>
          <ac:spMkLst>
            <pc:docMk/>
            <pc:sldMk cId="321575999" sldId="256"/>
            <ac:spMk id="5" creationId="{7FB9A275-8D2D-8AB0-21BF-C5FCA38233A1}"/>
          </ac:spMkLst>
        </pc:spChg>
        <pc:spChg chg="mod">
          <ac:chgData name="Bharath Bharath" userId="e4845cb436bf9c0e" providerId="LiveId" clId="{E4DF3256-23C1-4E8A-9D40-4E75BCDE1125}" dt="2026-07-14T08:54:58.721" v="123" actId="2711"/>
          <ac:spMkLst>
            <pc:docMk/>
            <pc:sldMk cId="321575999" sldId="256"/>
            <ac:spMk id="6" creationId="{BEDC68C4-E99A-96E7-E3B0-076AC006AD57}"/>
          </ac:spMkLst>
        </pc:spChg>
        <pc:spChg chg="mod">
          <ac:chgData name="Bharath Bharath" userId="e4845cb436bf9c0e" providerId="LiveId" clId="{E4DF3256-23C1-4E8A-9D40-4E75BCDE1125}" dt="2026-07-14T08:54:58.721" v="123" actId="2711"/>
          <ac:spMkLst>
            <pc:docMk/>
            <pc:sldMk cId="321575999" sldId="256"/>
            <ac:spMk id="7" creationId="{53C99734-85BC-D307-41A4-9DFD09128239}"/>
          </ac:spMkLst>
        </pc:spChg>
        <pc:spChg chg="mod">
          <ac:chgData name="Bharath Bharath" userId="e4845cb436bf9c0e" providerId="LiveId" clId="{E4DF3256-23C1-4E8A-9D40-4E75BCDE1125}" dt="2026-07-14T08:54:58.721" v="123" actId="2711"/>
          <ac:spMkLst>
            <pc:docMk/>
            <pc:sldMk cId="321575999" sldId="256"/>
            <ac:spMk id="8" creationId="{FF1DC220-5F00-DA9E-7F71-1BAA65B9669D}"/>
          </ac:spMkLst>
        </pc:spChg>
        <pc:spChg chg="mod">
          <ac:chgData name="Bharath Bharath" userId="e4845cb436bf9c0e" providerId="LiveId" clId="{E4DF3256-23C1-4E8A-9D40-4E75BCDE1125}" dt="2026-07-14T08:54:58.721" v="123" actId="2711"/>
          <ac:spMkLst>
            <pc:docMk/>
            <pc:sldMk cId="321575999" sldId="256"/>
            <ac:spMk id="9" creationId="{C196BEF9-7FF3-7D3C-910C-3EA08D78E563}"/>
          </ac:spMkLst>
        </pc:spChg>
        <pc:spChg chg="mod">
          <ac:chgData name="Bharath Bharath" userId="e4845cb436bf9c0e" providerId="LiveId" clId="{E4DF3256-23C1-4E8A-9D40-4E75BCDE1125}" dt="2026-07-14T08:54:58.721" v="123" actId="2711"/>
          <ac:spMkLst>
            <pc:docMk/>
            <pc:sldMk cId="321575999" sldId="256"/>
            <ac:spMk id="10" creationId="{A0440A68-F7AE-48AD-86FB-5F4C2355EA62}"/>
          </ac:spMkLst>
        </pc:spChg>
        <pc:spChg chg="mod">
          <ac:chgData name="Bharath Bharath" userId="e4845cb436bf9c0e" providerId="LiveId" clId="{E4DF3256-23C1-4E8A-9D40-4E75BCDE1125}" dt="2026-07-14T08:54:47.248" v="121" actId="17032"/>
          <ac:spMkLst>
            <pc:docMk/>
            <pc:sldMk cId="321575999" sldId="256"/>
            <ac:spMk id="11" creationId="{DF1A7C19-A3A6-4271-63A9-D315FA9091E5}"/>
          </ac:spMkLst>
        </pc:spChg>
        <pc:spChg chg="mod">
          <ac:chgData name="Bharath Bharath" userId="e4845cb436bf9c0e" providerId="LiveId" clId="{E4DF3256-23C1-4E8A-9D40-4E75BCDE1125}" dt="2026-07-14T08:54:58.721" v="123" actId="2711"/>
          <ac:spMkLst>
            <pc:docMk/>
            <pc:sldMk cId="321575999" sldId="256"/>
            <ac:spMk id="13" creationId="{631CFF14-8BE9-CE1A-E41B-D2546FA74624}"/>
          </ac:spMkLst>
        </pc:spChg>
        <pc:spChg chg="mod">
          <ac:chgData name="Bharath Bharath" userId="e4845cb436bf9c0e" providerId="LiveId" clId="{E4DF3256-23C1-4E8A-9D40-4E75BCDE1125}" dt="2026-07-14T08:54:58.721" v="123" actId="2711"/>
          <ac:spMkLst>
            <pc:docMk/>
            <pc:sldMk cId="321575999" sldId="256"/>
            <ac:spMk id="15" creationId="{7C8DF7C7-3BFC-0CDA-7698-371A46CE6A2A}"/>
          </ac:spMkLst>
        </pc:spChg>
        <pc:spChg chg="add mod">
          <ac:chgData name="Bharath Bharath" userId="e4845cb436bf9c0e" providerId="LiveId" clId="{E4DF3256-23C1-4E8A-9D40-4E75BCDE1125}" dt="2026-07-14T08:54:58.721" v="123" actId="2711"/>
          <ac:spMkLst>
            <pc:docMk/>
            <pc:sldMk cId="321575999" sldId="256"/>
            <ac:spMk id="16" creationId="{C1FEA313-819C-8604-9C66-4C6F4B38C3ED}"/>
          </ac:spMkLst>
        </pc:spChg>
        <pc:spChg chg="add del">
          <ac:chgData name="Bharath Bharath" userId="e4845cb436bf9c0e" providerId="LiveId" clId="{E4DF3256-23C1-4E8A-9D40-4E75BCDE1125}" dt="2026-07-14T08:53:42.177" v="114" actId="11529"/>
          <ac:spMkLst>
            <pc:docMk/>
            <pc:sldMk cId="321575999" sldId="256"/>
            <ac:spMk id="17" creationId="{B6FFE79A-D0F1-467C-8EA8-E787D1434040}"/>
          </ac:spMkLst>
        </pc:spChg>
        <pc:cxnChg chg="add mod">
          <ac:chgData name="Bharath Bharath" userId="e4845cb436bf9c0e" providerId="LiveId" clId="{E4DF3256-23C1-4E8A-9D40-4E75BCDE1125}" dt="2026-07-14T08:55:22.231" v="128" actId="14100"/>
          <ac:cxnSpMkLst>
            <pc:docMk/>
            <pc:sldMk cId="321575999" sldId="256"/>
            <ac:cxnSpMk id="19" creationId="{CB869F85-716E-4E11-FC6D-6C7FA8621FBD}"/>
          </ac:cxnSpMkLst>
        </pc:cxnChg>
        <pc:cxnChg chg="add mod">
          <ac:chgData name="Bharath Bharath" userId="e4845cb436bf9c0e" providerId="LiveId" clId="{E4DF3256-23C1-4E8A-9D40-4E75BCDE1125}" dt="2026-07-14T08:55:40.386" v="132" actId="14100"/>
          <ac:cxnSpMkLst>
            <pc:docMk/>
            <pc:sldMk cId="321575999" sldId="256"/>
            <ac:cxnSpMk id="23" creationId="{887CFFFA-3A90-4D55-19DA-BA9BAB18AA1A}"/>
          </ac:cxnSpMkLst>
        </pc:cxnChg>
        <pc:cxnChg chg="add del mod">
          <ac:chgData name="Bharath Bharath" userId="e4845cb436bf9c0e" providerId="LiveId" clId="{E4DF3256-23C1-4E8A-9D40-4E75BCDE1125}" dt="2026-07-14T08:56:03.403" v="143" actId="478"/>
          <ac:cxnSpMkLst>
            <pc:docMk/>
            <pc:sldMk cId="321575999" sldId="256"/>
            <ac:cxnSpMk id="25" creationId="{719EA6AB-08D7-34A4-F1C3-C6E8381D539C}"/>
          </ac:cxnSpMkLst>
        </pc:cxnChg>
        <pc:cxnChg chg="add mod">
          <ac:chgData name="Bharath Bharath" userId="e4845cb436bf9c0e" providerId="LiveId" clId="{E4DF3256-23C1-4E8A-9D40-4E75BCDE1125}" dt="2026-07-14T08:56:12.678" v="146" actId="1076"/>
          <ac:cxnSpMkLst>
            <pc:docMk/>
            <pc:sldMk cId="321575999" sldId="256"/>
            <ac:cxnSpMk id="26" creationId="{900557F9-A835-59A6-A179-9938C985B8E4}"/>
          </ac:cxnSpMkLst>
        </pc:cxnChg>
        <pc:cxnChg chg="add mod">
          <ac:chgData name="Bharath Bharath" userId="e4845cb436bf9c0e" providerId="LiveId" clId="{E4DF3256-23C1-4E8A-9D40-4E75BCDE1125}" dt="2026-07-14T08:55:51.198" v="139" actId="14100"/>
          <ac:cxnSpMkLst>
            <pc:docMk/>
            <pc:sldMk cId="321575999" sldId="256"/>
            <ac:cxnSpMk id="27" creationId="{E80D2658-E76D-CDB7-76F0-4FB1FA4073EE}"/>
          </ac:cxnSpMkLst>
        </pc:cxnChg>
        <pc:cxnChg chg="add mod">
          <ac:chgData name="Bharath Bharath" userId="e4845cb436bf9c0e" providerId="LiveId" clId="{E4DF3256-23C1-4E8A-9D40-4E75BCDE1125}" dt="2026-07-14T08:55:45.606" v="137" actId="1076"/>
          <ac:cxnSpMkLst>
            <pc:docMk/>
            <pc:sldMk cId="321575999" sldId="256"/>
            <ac:cxnSpMk id="28" creationId="{87A63E86-5FBC-9321-2D41-DC57CC27C997}"/>
          </ac:cxnSpMkLst>
        </pc:cxnChg>
        <pc:cxnChg chg="add mod">
          <ac:chgData name="Bharath Bharath" userId="e4845cb436bf9c0e" providerId="LiveId" clId="{E4DF3256-23C1-4E8A-9D40-4E75BCDE1125}" dt="2026-07-14T08:55:58.230" v="141" actId="1076"/>
          <ac:cxnSpMkLst>
            <pc:docMk/>
            <pc:sldMk cId="321575999" sldId="256"/>
            <ac:cxnSpMk id="30" creationId="{3F238A79-385B-137E-74F3-10B55193381B}"/>
          </ac:cxnSpMkLst>
        </pc:cxnChg>
        <pc:cxnChg chg="add mod">
          <ac:chgData name="Bharath Bharath" userId="e4845cb436bf9c0e" providerId="LiveId" clId="{E4DF3256-23C1-4E8A-9D40-4E75BCDE1125}" dt="2026-07-14T08:56:27.522" v="148" actId="13822"/>
          <ac:cxnSpMkLst>
            <pc:docMk/>
            <pc:sldMk cId="321575999" sldId="256"/>
            <ac:cxnSpMk id="33" creationId="{11DF86C9-3B61-5B6B-94D5-5890E56A9570}"/>
          </ac:cxnSpMkLst>
        </pc:cxnChg>
        <pc:cxnChg chg="add del mod">
          <ac:chgData name="Bharath Bharath" userId="e4845cb436bf9c0e" providerId="LiveId" clId="{E4DF3256-23C1-4E8A-9D40-4E75BCDE1125}" dt="2026-07-14T08:56:41.622" v="151" actId="478"/>
          <ac:cxnSpMkLst>
            <pc:docMk/>
            <pc:sldMk cId="321575999" sldId="256"/>
            <ac:cxnSpMk id="35" creationId="{1F43B257-8980-55C3-910D-5E8F3B9E94D8}"/>
          </ac:cxnSpMkLst>
        </pc:cxnChg>
        <pc:cxnChg chg="add del mod">
          <ac:chgData name="Bharath Bharath" userId="e4845cb436bf9c0e" providerId="LiveId" clId="{E4DF3256-23C1-4E8A-9D40-4E75BCDE1125}" dt="2026-07-14T08:57:26.043" v="161" actId="478"/>
          <ac:cxnSpMkLst>
            <pc:docMk/>
            <pc:sldMk cId="321575999" sldId="256"/>
            <ac:cxnSpMk id="37" creationId="{E890B5DD-1B1C-8CE5-5DC9-833CC7462B9F}"/>
          </ac:cxnSpMkLst>
        </pc:cxnChg>
        <pc:cxnChg chg="add del mod">
          <ac:chgData name="Bharath Bharath" userId="e4845cb436bf9c0e" providerId="LiveId" clId="{E4DF3256-23C1-4E8A-9D40-4E75BCDE1125}" dt="2026-07-14T08:57:23.273" v="160" actId="478"/>
          <ac:cxnSpMkLst>
            <pc:docMk/>
            <pc:sldMk cId="321575999" sldId="256"/>
            <ac:cxnSpMk id="42" creationId="{335D0116-568F-5E71-47F5-9D5050C61318}"/>
          </ac:cxnSpMkLst>
        </pc:cxnChg>
        <pc:cxnChg chg="add mod">
          <ac:chgData name="Bharath Bharath" userId="e4845cb436bf9c0e" providerId="LiveId" clId="{E4DF3256-23C1-4E8A-9D40-4E75BCDE1125}" dt="2026-07-14T08:57:35.928" v="163" actId="13822"/>
          <ac:cxnSpMkLst>
            <pc:docMk/>
            <pc:sldMk cId="321575999" sldId="256"/>
            <ac:cxnSpMk id="44" creationId="{879416C2-A398-EE65-DA6E-44FC6EDE70DF}"/>
          </ac:cxnSpMkLst>
        </pc:cxnChg>
        <pc:cxnChg chg="add del mod">
          <ac:chgData name="Bharath Bharath" userId="e4845cb436bf9c0e" providerId="LiveId" clId="{E4DF3256-23C1-4E8A-9D40-4E75BCDE1125}" dt="2026-07-14T08:57:44.599" v="165" actId="11529"/>
          <ac:cxnSpMkLst>
            <pc:docMk/>
            <pc:sldMk cId="321575999" sldId="256"/>
            <ac:cxnSpMk id="46" creationId="{0BF81184-9358-4CAD-380D-E9FF78C1921A}"/>
          </ac:cxnSpMkLst>
        </pc:cxnChg>
        <pc:cxnChg chg="add mod">
          <ac:chgData name="Bharath Bharath" userId="e4845cb436bf9c0e" providerId="LiveId" clId="{E4DF3256-23C1-4E8A-9D40-4E75BCDE1125}" dt="2026-07-14T08:57:52.238" v="167" actId="13822"/>
          <ac:cxnSpMkLst>
            <pc:docMk/>
            <pc:sldMk cId="321575999" sldId="256"/>
            <ac:cxnSpMk id="48" creationId="{DACC0FC6-2B7F-88B1-7682-1D2DAFEEF211}"/>
          </ac:cxnSpMkLst>
        </pc:cxnChg>
        <pc:cxnChg chg="add mod">
          <ac:chgData name="Bharath Bharath" userId="e4845cb436bf9c0e" providerId="LiveId" clId="{E4DF3256-23C1-4E8A-9D40-4E75BCDE1125}" dt="2026-07-14T08:58:03.581" v="169" actId="13822"/>
          <ac:cxnSpMkLst>
            <pc:docMk/>
            <pc:sldMk cId="321575999" sldId="256"/>
            <ac:cxnSpMk id="50" creationId="{B52C6267-E476-0F39-8923-90F7A27F279D}"/>
          </ac:cxnSpMkLst>
        </pc:cxnChg>
        <pc:cxnChg chg="add mod">
          <ac:chgData name="Bharath Bharath" userId="e4845cb436bf9c0e" providerId="LiveId" clId="{E4DF3256-23C1-4E8A-9D40-4E75BCDE1125}" dt="2026-07-14T08:58:18.303" v="173" actId="13822"/>
          <ac:cxnSpMkLst>
            <pc:docMk/>
            <pc:sldMk cId="321575999" sldId="256"/>
            <ac:cxnSpMk id="52" creationId="{2C164308-2ECD-2261-881A-244104C6B913}"/>
          </ac:cxnSpMkLst>
        </pc:cxnChg>
      </pc:sldChg>
      <pc:sldChg chg="addSp delSp modSp add mod">
        <pc:chgData name="Bharath Bharath" userId="e4845cb436bf9c0e" providerId="LiveId" clId="{E4DF3256-23C1-4E8A-9D40-4E75BCDE1125}" dt="2026-07-14T09:24:56.890" v="456" actId="207"/>
        <pc:sldMkLst>
          <pc:docMk/>
          <pc:sldMk cId="1018404893" sldId="257"/>
        </pc:sldMkLst>
        <pc:spChg chg="add del mod">
          <ac:chgData name="Bharath Bharath" userId="e4845cb436bf9c0e" providerId="LiveId" clId="{E4DF3256-23C1-4E8A-9D40-4E75BCDE1125}" dt="2026-07-14T08:59:31.147" v="183" actId="478"/>
          <ac:spMkLst>
            <pc:docMk/>
            <pc:sldMk cId="1018404893" sldId="257"/>
            <ac:spMk id="2" creationId="{0A3DEA20-F008-656F-B07C-4D728BD0221F}"/>
          </ac:spMkLst>
        </pc:spChg>
        <pc:spChg chg="add del mod">
          <ac:chgData name="Bharath Bharath" userId="e4845cb436bf9c0e" providerId="LiveId" clId="{E4DF3256-23C1-4E8A-9D40-4E75BCDE1125}" dt="2026-07-14T09:09:04.655" v="306" actId="478"/>
          <ac:spMkLst>
            <pc:docMk/>
            <pc:sldMk cId="1018404893" sldId="257"/>
            <ac:spMk id="3" creationId="{853DB48A-E0AE-B480-23DE-F3B0DCD0E0D6}"/>
          </ac:spMkLst>
        </pc:spChg>
        <pc:spChg chg="del">
          <ac:chgData name="Bharath Bharath" userId="e4845cb436bf9c0e" providerId="LiveId" clId="{E4DF3256-23C1-4E8A-9D40-4E75BCDE1125}" dt="2026-07-14T08:58:51.268" v="175" actId="478"/>
          <ac:spMkLst>
            <pc:docMk/>
            <pc:sldMk cId="1018404893" sldId="257"/>
            <ac:spMk id="4" creationId="{D8B092C3-C2B1-0B86-0930-259A295408AA}"/>
          </ac:spMkLst>
        </pc:spChg>
        <pc:spChg chg="del">
          <ac:chgData name="Bharath Bharath" userId="e4845cb436bf9c0e" providerId="LiveId" clId="{E4DF3256-23C1-4E8A-9D40-4E75BCDE1125}" dt="2026-07-14T08:58:51.268" v="175" actId="478"/>
          <ac:spMkLst>
            <pc:docMk/>
            <pc:sldMk cId="1018404893" sldId="257"/>
            <ac:spMk id="5" creationId="{3ECCFDD7-DB94-A5A8-A894-3F8112C936A1}"/>
          </ac:spMkLst>
        </pc:spChg>
        <pc:spChg chg="del">
          <ac:chgData name="Bharath Bharath" userId="e4845cb436bf9c0e" providerId="LiveId" clId="{E4DF3256-23C1-4E8A-9D40-4E75BCDE1125}" dt="2026-07-14T08:58:51.268" v="175" actId="478"/>
          <ac:spMkLst>
            <pc:docMk/>
            <pc:sldMk cId="1018404893" sldId="257"/>
            <ac:spMk id="6" creationId="{2BA65B8D-2270-A9A3-785C-7A1D3A23B905}"/>
          </ac:spMkLst>
        </pc:spChg>
        <pc:spChg chg="del">
          <ac:chgData name="Bharath Bharath" userId="e4845cb436bf9c0e" providerId="LiveId" clId="{E4DF3256-23C1-4E8A-9D40-4E75BCDE1125}" dt="2026-07-14T08:58:51.268" v="175" actId="478"/>
          <ac:spMkLst>
            <pc:docMk/>
            <pc:sldMk cId="1018404893" sldId="257"/>
            <ac:spMk id="7" creationId="{EDEAF0B4-AA3A-B6FB-7840-541724716710}"/>
          </ac:spMkLst>
        </pc:spChg>
        <pc:spChg chg="del">
          <ac:chgData name="Bharath Bharath" userId="e4845cb436bf9c0e" providerId="LiveId" clId="{E4DF3256-23C1-4E8A-9D40-4E75BCDE1125}" dt="2026-07-14T08:58:51.268" v="175" actId="478"/>
          <ac:spMkLst>
            <pc:docMk/>
            <pc:sldMk cId="1018404893" sldId="257"/>
            <ac:spMk id="8" creationId="{25F352D9-E0EC-05AB-5105-DE84C3BF08FA}"/>
          </ac:spMkLst>
        </pc:spChg>
        <pc:spChg chg="del">
          <ac:chgData name="Bharath Bharath" userId="e4845cb436bf9c0e" providerId="LiveId" clId="{E4DF3256-23C1-4E8A-9D40-4E75BCDE1125}" dt="2026-07-14T08:58:51.268" v="175" actId="478"/>
          <ac:spMkLst>
            <pc:docMk/>
            <pc:sldMk cId="1018404893" sldId="257"/>
            <ac:spMk id="9" creationId="{9CA9F78B-6A1E-E2CD-8EB6-6B1A5BC87CA5}"/>
          </ac:spMkLst>
        </pc:spChg>
        <pc:spChg chg="del">
          <ac:chgData name="Bharath Bharath" userId="e4845cb436bf9c0e" providerId="LiveId" clId="{E4DF3256-23C1-4E8A-9D40-4E75BCDE1125}" dt="2026-07-14T08:58:51.268" v="175" actId="478"/>
          <ac:spMkLst>
            <pc:docMk/>
            <pc:sldMk cId="1018404893" sldId="257"/>
            <ac:spMk id="10" creationId="{E5B267A6-D258-4C6C-A488-7A512BFE9703}"/>
          </ac:spMkLst>
        </pc:spChg>
        <pc:spChg chg="del">
          <ac:chgData name="Bharath Bharath" userId="e4845cb436bf9c0e" providerId="LiveId" clId="{E4DF3256-23C1-4E8A-9D40-4E75BCDE1125}" dt="2026-07-14T08:58:51.268" v="175" actId="478"/>
          <ac:spMkLst>
            <pc:docMk/>
            <pc:sldMk cId="1018404893" sldId="257"/>
            <ac:spMk id="13" creationId="{112230ED-585E-EBEC-F8C5-07C66FE549DE}"/>
          </ac:spMkLst>
        </pc:spChg>
        <pc:spChg chg="add del mod">
          <ac:chgData name="Bharath Bharath" userId="e4845cb436bf9c0e" providerId="LiveId" clId="{E4DF3256-23C1-4E8A-9D40-4E75BCDE1125}" dt="2026-07-14T09:02:32.453" v="231" actId="478"/>
          <ac:spMkLst>
            <pc:docMk/>
            <pc:sldMk cId="1018404893" sldId="257"/>
            <ac:spMk id="14" creationId="{CD3989AD-DCE4-8AF0-1E29-EB8C3D5156D8}"/>
          </ac:spMkLst>
        </pc:spChg>
        <pc:spChg chg="del">
          <ac:chgData name="Bharath Bharath" userId="e4845cb436bf9c0e" providerId="LiveId" clId="{E4DF3256-23C1-4E8A-9D40-4E75BCDE1125}" dt="2026-07-14T08:58:51.268" v="175" actId="478"/>
          <ac:spMkLst>
            <pc:docMk/>
            <pc:sldMk cId="1018404893" sldId="257"/>
            <ac:spMk id="15" creationId="{9247CE40-3AB3-39BF-400A-C9FE05E5A3EB}"/>
          </ac:spMkLst>
        </pc:spChg>
        <pc:spChg chg="del">
          <ac:chgData name="Bharath Bharath" userId="e4845cb436bf9c0e" providerId="LiveId" clId="{E4DF3256-23C1-4E8A-9D40-4E75BCDE1125}" dt="2026-07-14T08:58:51.268" v="175" actId="478"/>
          <ac:spMkLst>
            <pc:docMk/>
            <pc:sldMk cId="1018404893" sldId="257"/>
            <ac:spMk id="16" creationId="{BE1B7F51-4226-E471-BEAA-43B15763D5A2}"/>
          </ac:spMkLst>
        </pc:spChg>
        <pc:spChg chg="add del mod">
          <ac:chgData name="Bharath Bharath" userId="e4845cb436bf9c0e" providerId="LiveId" clId="{E4DF3256-23C1-4E8A-9D40-4E75BCDE1125}" dt="2026-07-14T09:09:00.321" v="303" actId="478"/>
          <ac:spMkLst>
            <pc:docMk/>
            <pc:sldMk cId="1018404893" sldId="257"/>
            <ac:spMk id="17" creationId="{333CBE43-329E-73C1-F833-2CD261E749FD}"/>
          </ac:spMkLst>
        </pc:spChg>
        <pc:spChg chg="add del">
          <ac:chgData name="Bharath Bharath" userId="e4845cb436bf9c0e" providerId="LiveId" clId="{E4DF3256-23C1-4E8A-9D40-4E75BCDE1125}" dt="2026-07-14T09:00:30.135" v="195" actId="22"/>
          <ac:spMkLst>
            <pc:docMk/>
            <pc:sldMk cId="1018404893" sldId="257"/>
            <ac:spMk id="20" creationId="{99367F79-9C56-7A12-33B5-7E6AA6814667}"/>
          </ac:spMkLst>
        </pc:spChg>
        <pc:spChg chg="add del">
          <ac:chgData name="Bharath Bharath" userId="e4845cb436bf9c0e" providerId="LiveId" clId="{E4DF3256-23C1-4E8A-9D40-4E75BCDE1125}" dt="2026-07-14T09:00:29.916" v="194" actId="22"/>
          <ac:spMkLst>
            <pc:docMk/>
            <pc:sldMk cId="1018404893" sldId="257"/>
            <ac:spMk id="22" creationId="{4A49291E-17B1-D40A-7D64-58ED61F0E496}"/>
          </ac:spMkLst>
        </pc:spChg>
        <pc:spChg chg="add del mod">
          <ac:chgData name="Bharath Bharath" userId="e4845cb436bf9c0e" providerId="LiveId" clId="{E4DF3256-23C1-4E8A-9D40-4E75BCDE1125}" dt="2026-07-14T09:09:05.900" v="307" actId="478"/>
          <ac:spMkLst>
            <pc:docMk/>
            <pc:sldMk cId="1018404893" sldId="257"/>
            <ac:spMk id="25" creationId="{12ECD755-26CA-35CF-E8ED-EF20A5AF3278}"/>
          </ac:spMkLst>
        </pc:spChg>
        <pc:spChg chg="add del mod">
          <ac:chgData name="Bharath Bharath" userId="e4845cb436bf9c0e" providerId="LiveId" clId="{E4DF3256-23C1-4E8A-9D40-4E75BCDE1125}" dt="2026-07-14T09:09:10.527" v="310" actId="478"/>
          <ac:spMkLst>
            <pc:docMk/>
            <pc:sldMk cId="1018404893" sldId="257"/>
            <ac:spMk id="31" creationId="{ED65DB0D-76F2-6BAD-C799-51867CC25871}"/>
          </ac:spMkLst>
        </pc:spChg>
        <pc:spChg chg="add del mod">
          <ac:chgData name="Bharath Bharath" userId="e4845cb436bf9c0e" providerId="LiveId" clId="{E4DF3256-23C1-4E8A-9D40-4E75BCDE1125}" dt="2026-07-14T09:09:09.312" v="309" actId="478"/>
          <ac:spMkLst>
            <pc:docMk/>
            <pc:sldMk cId="1018404893" sldId="257"/>
            <ac:spMk id="34" creationId="{B8D41883-A4BF-3F08-1A69-089E45A8116F}"/>
          </ac:spMkLst>
        </pc:spChg>
        <pc:spChg chg="add del mod">
          <ac:chgData name="Bharath Bharath" userId="e4845cb436bf9c0e" providerId="LiveId" clId="{E4DF3256-23C1-4E8A-9D40-4E75BCDE1125}" dt="2026-07-14T09:09:03.150" v="305" actId="478"/>
          <ac:spMkLst>
            <pc:docMk/>
            <pc:sldMk cId="1018404893" sldId="257"/>
            <ac:spMk id="36" creationId="{769D2706-9038-E370-4C4F-5BD6B06D8CCD}"/>
          </ac:spMkLst>
        </pc:spChg>
        <pc:spChg chg="add del mod">
          <ac:chgData name="Bharath Bharath" userId="e4845cb436bf9c0e" providerId="LiveId" clId="{E4DF3256-23C1-4E8A-9D40-4E75BCDE1125}" dt="2026-07-14T09:09:02.078" v="304" actId="478"/>
          <ac:spMkLst>
            <pc:docMk/>
            <pc:sldMk cId="1018404893" sldId="257"/>
            <ac:spMk id="38" creationId="{E5913C0C-BC61-C857-C6FA-1EE0A0E27E16}"/>
          </ac:spMkLst>
        </pc:spChg>
        <pc:spChg chg="add del mod">
          <ac:chgData name="Bharath Bharath" userId="e4845cb436bf9c0e" providerId="LiveId" clId="{E4DF3256-23C1-4E8A-9D40-4E75BCDE1125}" dt="2026-07-14T09:09:07.195" v="308" actId="478"/>
          <ac:spMkLst>
            <pc:docMk/>
            <pc:sldMk cId="1018404893" sldId="257"/>
            <ac:spMk id="40" creationId="{EB121704-602A-C2A5-1A0B-B26E2C75EC60}"/>
          </ac:spMkLst>
        </pc:spChg>
        <pc:spChg chg="add mod">
          <ac:chgData name="Bharath Bharath" userId="e4845cb436bf9c0e" providerId="LiveId" clId="{E4DF3256-23C1-4E8A-9D40-4E75BCDE1125}" dt="2026-07-14T09:24:56.890" v="456" actId="207"/>
          <ac:spMkLst>
            <pc:docMk/>
            <pc:sldMk cId="1018404893" sldId="257"/>
            <ac:spMk id="42" creationId="{BF92DE22-DACB-1867-CD15-77A3A1FF9C3B}"/>
          </ac:spMkLst>
        </pc:spChg>
        <pc:spChg chg="add del mod">
          <ac:chgData name="Bharath Bharath" userId="e4845cb436bf9c0e" providerId="LiveId" clId="{E4DF3256-23C1-4E8A-9D40-4E75BCDE1125}" dt="2026-07-14T09:06:33.251" v="268" actId="478"/>
          <ac:spMkLst>
            <pc:docMk/>
            <pc:sldMk cId="1018404893" sldId="257"/>
            <ac:spMk id="43" creationId="{A4C81688-8AFA-6A14-4D17-174DA22B663F}"/>
          </ac:spMkLst>
        </pc:spChg>
        <pc:spChg chg="add del mod">
          <ac:chgData name="Bharath Bharath" userId="e4845cb436bf9c0e" providerId="LiveId" clId="{E4DF3256-23C1-4E8A-9D40-4E75BCDE1125}" dt="2026-07-14T09:06:24.670" v="264" actId="478"/>
          <ac:spMkLst>
            <pc:docMk/>
            <pc:sldMk cId="1018404893" sldId="257"/>
            <ac:spMk id="46" creationId="{51C29061-B0E5-C954-8A86-E1523310F145}"/>
          </ac:spMkLst>
        </pc:spChg>
        <pc:spChg chg="add del mod">
          <ac:chgData name="Bharath Bharath" userId="e4845cb436bf9c0e" providerId="LiveId" clId="{E4DF3256-23C1-4E8A-9D40-4E75BCDE1125}" dt="2026-07-14T09:06:36.648" v="270" actId="478"/>
          <ac:spMkLst>
            <pc:docMk/>
            <pc:sldMk cId="1018404893" sldId="257"/>
            <ac:spMk id="47" creationId="{B36E76DB-02F3-BF3A-73B7-6F1BA53F2480}"/>
          </ac:spMkLst>
        </pc:spChg>
        <pc:spChg chg="add del mod">
          <ac:chgData name="Bharath Bharath" userId="e4845cb436bf9c0e" providerId="LiveId" clId="{E4DF3256-23C1-4E8A-9D40-4E75BCDE1125}" dt="2026-07-14T09:06:30.750" v="266" actId="478"/>
          <ac:spMkLst>
            <pc:docMk/>
            <pc:sldMk cId="1018404893" sldId="257"/>
            <ac:spMk id="51" creationId="{BDDB3E0E-C772-4596-4741-31B0908FB6A2}"/>
          </ac:spMkLst>
        </pc:spChg>
        <pc:spChg chg="add del mod">
          <ac:chgData name="Bharath Bharath" userId="e4845cb436bf9c0e" providerId="LiveId" clId="{E4DF3256-23C1-4E8A-9D40-4E75BCDE1125}" dt="2026-07-14T09:06:31.981" v="267" actId="478"/>
          <ac:spMkLst>
            <pc:docMk/>
            <pc:sldMk cId="1018404893" sldId="257"/>
            <ac:spMk id="53" creationId="{30D43AA8-3B7D-41E8-BF8F-EE56C6A5876E}"/>
          </ac:spMkLst>
        </pc:spChg>
        <pc:spChg chg="add del mod">
          <ac:chgData name="Bharath Bharath" userId="e4845cb436bf9c0e" providerId="LiveId" clId="{E4DF3256-23C1-4E8A-9D40-4E75BCDE1125}" dt="2026-07-14T09:06:37.953" v="271" actId="478"/>
          <ac:spMkLst>
            <pc:docMk/>
            <pc:sldMk cId="1018404893" sldId="257"/>
            <ac:spMk id="55" creationId="{71520D78-0CC6-8920-36F6-89A26A3A9E51}"/>
          </ac:spMkLst>
        </pc:spChg>
        <pc:spChg chg="add del mod">
          <ac:chgData name="Bharath Bharath" userId="e4845cb436bf9c0e" providerId="LiveId" clId="{E4DF3256-23C1-4E8A-9D40-4E75BCDE1125}" dt="2026-07-14T09:06:34.568" v="269" actId="478"/>
          <ac:spMkLst>
            <pc:docMk/>
            <pc:sldMk cId="1018404893" sldId="257"/>
            <ac:spMk id="56" creationId="{50B73117-BB61-3002-4088-93A90394355F}"/>
          </ac:spMkLst>
        </pc:spChg>
        <pc:spChg chg="add del mod">
          <ac:chgData name="Bharath Bharath" userId="e4845cb436bf9c0e" providerId="LiveId" clId="{E4DF3256-23C1-4E8A-9D40-4E75BCDE1125}" dt="2026-07-14T09:06:26.111" v="265" actId="478"/>
          <ac:spMkLst>
            <pc:docMk/>
            <pc:sldMk cId="1018404893" sldId="257"/>
            <ac:spMk id="58" creationId="{FF311EAB-7DDD-E741-ABAC-A2DE71A82778}"/>
          </ac:spMkLst>
        </pc:spChg>
        <pc:spChg chg="add del mod">
          <ac:chgData name="Bharath Bharath" userId="e4845cb436bf9c0e" providerId="LiveId" clId="{E4DF3256-23C1-4E8A-9D40-4E75BCDE1125}" dt="2026-07-14T09:08:55.050" v="300" actId="478"/>
          <ac:spMkLst>
            <pc:docMk/>
            <pc:sldMk cId="1018404893" sldId="257"/>
            <ac:spMk id="59" creationId="{D7135974-2EE9-5B47-4B61-3059231361E5}"/>
          </ac:spMkLst>
        </pc:spChg>
        <pc:spChg chg="add del mod">
          <ac:chgData name="Bharath Bharath" userId="e4845cb436bf9c0e" providerId="LiveId" clId="{E4DF3256-23C1-4E8A-9D40-4E75BCDE1125}" dt="2026-07-14T09:08:57.902" v="302" actId="478"/>
          <ac:spMkLst>
            <pc:docMk/>
            <pc:sldMk cId="1018404893" sldId="257"/>
            <ac:spMk id="61" creationId="{EACADF94-DC1D-3649-628C-17FF825BF649}"/>
          </ac:spMkLst>
        </pc:spChg>
        <pc:spChg chg="add del mod">
          <ac:chgData name="Bharath Bharath" userId="e4845cb436bf9c0e" providerId="LiveId" clId="{E4DF3256-23C1-4E8A-9D40-4E75BCDE1125}" dt="2026-07-14T09:08:53.793" v="299" actId="478"/>
          <ac:spMkLst>
            <pc:docMk/>
            <pc:sldMk cId="1018404893" sldId="257"/>
            <ac:spMk id="62" creationId="{3C55426F-8832-EE15-7012-EEECCB484924}"/>
          </ac:spMkLst>
        </pc:spChg>
        <pc:spChg chg="add del mod">
          <ac:chgData name="Bharath Bharath" userId="e4845cb436bf9c0e" providerId="LiveId" clId="{E4DF3256-23C1-4E8A-9D40-4E75BCDE1125}" dt="2026-07-14T09:08:56.157" v="301" actId="478"/>
          <ac:spMkLst>
            <pc:docMk/>
            <pc:sldMk cId="1018404893" sldId="257"/>
            <ac:spMk id="64" creationId="{5D4DA362-12FF-D748-94EF-A29E75C5E9CF}"/>
          </ac:spMkLst>
        </pc:spChg>
        <pc:spChg chg="add del mod">
          <ac:chgData name="Bharath Bharath" userId="e4845cb436bf9c0e" providerId="LiveId" clId="{E4DF3256-23C1-4E8A-9D40-4E75BCDE1125}" dt="2026-07-14T09:09:34.961" v="316" actId="478"/>
          <ac:spMkLst>
            <pc:docMk/>
            <pc:sldMk cId="1018404893" sldId="257"/>
            <ac:spMk id="65" creationId="{5E3ADA25-BC9F-4F8B-47E6-9223419E1D9D}"/>
          </ac:spMkLst>
        </pc:spChg>
        <pc:spChg chg="add del">
          <ac:chgData name="Bharath Bharath" userId="e4845cb436bf9c0e" providerId="LiveId" clId="{E4DF3256-23C1-4E8A-9D40-4E75BCDE1125}" dt="2026-07-14T09:09:53.928" v="318" actId="478"/>
          <ac:spMkLst>
            <pc:docMk/>
            <pc:sldMk cId="1018404893" sldId="257"/>
            <ac:spMk id="66" creationId="{A2C7B532-8934-0EE6-8FB9-DEC280567214}"/>
          </ac:spMkLst>
        </pc:spChg>
        <pc:spChg chg="add del mod">
          <ac:chgData name="Bharath Bharath" userId="e4845cb436bf9c0e" providerId="LiveId" clId="{E4DF3256-23C1-4E8A-9D40-4E75BCDE1125}" dt="2026-07-14T09:10:53.533" v="321" actId="478"/>
          <ac:spMkLst>
            <pc:docMk/>
            <pc:sldMk cId="1018404893" sldId="257"/>
            <ac:spMk id="67" creationId="{601FE648-A02B-DE85-AD50-6F1291405F4F}"/>
          </ac:spMkLst>
        </pc:spChg>
        <pc:spChg chg="add mod">
          <ac:chgData name="Bharath Bharath" userId="e4845cb436bf9c0e" providerId="LiveId" clId="{E4DF3256-23C1-4E8A-9D40-4E75BCDE1125}" dt="2026-07-14T09:24:38.061" v="454" actId="207"/>
          <ac:spMkLst>
            <pc:docMk/>
            <pc:sldMk cId="1018404893" sldId="257"/>
            <ac:spMk id="68" creationId="{85DB1A29-4B49-247B-66C1-83C93CD54070}"/>
          </ac:spMkLst>
        </pc:spChg>
        <pc:spChg chg="add mod">
          <ac:chgData name="Bharath Bharath" userId="e4845cb436bf9c0e" providerId="LiveId" clId="{E4DF3256-23C1-4E8A-9D40-4E75BCDE1125}" dt="2026-07-14T09:24:38.061" v="454" actId="207"/>
          <ac:spMkLst>
            <pc:docMk/>
            <pc:sldMk cId="1018404893" sldId="257"/>
            <ac:spMk id="70" creationId="{3D138C2D-B16B-D8DC-8F74-72FD57428092}"/>
          </ac:spMkLst>
        </pc:spChg>
        <pc:spChg chg="add mod">
          <ac:chgData name="Bharath Bharath" userId="e4845cb436bf9c0e" providerId="LiveId" clId="{E4DF3256-23C1-4E8A-9D40-4E75BCDE1125}" dt="2026-07-14T09:24:38.061" v="454" actId="207"/>
          <ac:spMkLst>
            <pc:docMk/>
            <pc:sldMk cId="1018404893" sldId="257"/>
            <ac:spMk id="71" creationId="{3E18BFB4-462E-62DA-DE22-B499893845DB}"/>
          </ac:spMkLst>
        </pc:spChg>
        <pc:spChg chg="add mod">
          <ac:chgData name="Bharath Bharath" userId="e4845cb436bf9c0e" providerId="LiveId" clId="{E4DF3256-23C1-4E8A-9D40-4E75BCDE1125}" dt="2026-07-14T09:24:38.061" v="454" actId="207"/>
          <ac:spMkLst>
            <pc:docMk/>
            <pc:sldMk cId="1018404893" sldId="257"/>
            <ac:spMk id="73" creationId="{2E0A71F0-4544-5CEA-62CF-583EA4470197}"/>
          </ac:spMkLst>
        </pc:spChg>
        <pc:spChg chg="add mod">
          <ac:chgData name="Bharath Bharath" userId="e4845cb436bf9c0e" providerId="LiveId" clId="{E4DF3256-23C1-4E8A-9D40-4E75BCDE1125}" dt="2026-07-14T09:24:38.061" v="454" actId="207"/>
          <ac:spMkLst>
            <pc:docMk/>
            <pc:sldMk cId="1018404893" sldId="257"/>
            <ac:spMk id="74" creationId="{A74C5B66-E22F-FC82-BA40-9B0C5551AED2}"/>
          </ac:spMkLst>
        </pc:spChg>
        <pc:spChg chg="add del">
          <ac:chgData name="Bharath Bharath" userId="e4845cb436bf9c0e" providerId="LiveId" clId="{E4DF3256-23C1-4E8A-9D40-4E75BCDE1125}" dt="2026-07-14T09:12:10.303" v="336" actId="22"/>
          <ac:spMkLst>
            <pc:docMk/>
            <pc:sldMk cId="1018404893" sldId="257"/>
            <ac:spMk id="76" creationId="{42F96B69-FB1D-9651-F735-FA5737D2A38A}"/>
          </ac:spMkLst>
        </pc:spChg>
        <pc:spChg chg="add mod">
          <ac:chgData name="Bharath Bharath" userId="e4845cb436bf9c0e" providerId="LiveId" clId="{E4DF3256-23C1-4E8A-9D40-4E75BCDE1125}" dt="2026-07-14T09:22:03.061" v="426" actId="14100"/>
          <ac:spMkLst>
            <pc:docMk/>
            <pc:sldMk cId="1018404893" sldId="257"/>
            <ac:spMk id="78" creationId="{179012D2-1829-D0B3-B170-3875125FDC9E}"/>
          </ac:spMkLst>
        </pc:spChg>
        <pc:spChg chg="add mod">
          <ac:chgData name="Bharath Bharath" userId="e4845cb436bf9c0e" providerId="LiveId" clId="{E4DF3256-23C1-4E8A-9D40-4E75BCDE1125}" dt="2026-07-14T09:24:38.061" v="454" actId="207"/>
          <ac:spMkLst>
            <pc:docMk/>
            <pc:sldMk cId="1018404893" sldId="257"/>
            <ac:spMk id="79" creationId="{6F20072C-50F1-E024-F26B-56BDFF49B45B}"/>
          </ac:spMkLst>
        </pc:spChg>
        <pc:spChg chg="add mod">
          <ac:chgData name="Bharath Bharath" userId="e4845cb436bf9c0e" providerId="LiveId" clId="{E4DF3256-23C1-4E8A-9D40-4E75BCDE1125}" dt="2026-07-14T09:24:38.061" v="454" actId="207"/>
          <ac:spMkLst>
            <pc:docMk/>
            <pc:sldMk cId="1018404893" sldId="257"/>
            <ac:spMk id="81" creationId="{FB968965-169E-2033-75F0-3516C300A571}"/>
          </ac:spMkLst>
        </pc:spChg>
        <pc:spChg chg="add mod">
          <ac:chgData name="Bharath Bharath" userId="e4845cb436bf9c0e" providerId="LiveId" clId="{E4DF3256-23C1-4E8A-9D40-4E75BCDE1125}" dt="2026-07-14T09:24:38.061" v="454" actId="207"/>
          <ac:spMkLst>
            <pc:docMk/>
            <pc:sldMk cId="1018404893" sldId="257"/>
            <ac:spMk id="82" creationId="{F5286813-CD66-1BF8-B005-7F70DF9E4680}"/>
          </ac:spMkLst>
        </pc:spChg>
        <pc:spChg chg="add mod">
          <ac:chgData name="Bharath Bharath" userId="e4845cb436bf9c0e" providerId="LiveId" clId="{E4DF3256-23C1-4E8A-9D40-4E75BCDE1125}" dt="2026-07-14T09:24:38.061" v="454" actId="207"/>
          <ac:spMkLst>
            <pc:docMk/>
            <pc:sldMk cId="1018404893" sldId="257"/>
            <ac:spMk id="84" creationId="{8B86D70D-557B-551C-E39F-5B185D21DDAE}"/>
          </ac:spMkLst>
        </pc:spChg>
        <pc:cxnChg chg="add mod">
          <ac:chgData name="Bharath Bharath" userId="e4845cb436bf9c0e" providerId="LiveId" clId="{E4DF3256-23C1-4E8A-9D40-4E75BCDE1125}" dt="2026-07-14T09:15:27.774" v="365" actId="1076"/>
          <ac:cxnSpMkLst>
            <pc:docMk/>
            <pc:sldMk cId="1018404893" sldId="257"/>
            <ac:cxnSpMk id="86" creationId="{1A31BF8E-A81E-98EF-8752-8348C1135F03}"/>
          </ac:cxnSpMkLst>
        </pc:cxnChg>
        <pc:cxnChg chg="add mod">
          <ac:chgData name="Bharath Bharath" userId="e4845cb436bf9c0e" providerId="LiveId" clId="{E4DF3256-23C1-4E8A-9D40-4E75BCDE1125}" dt="2026-07-14T09:19:47.005" v="413" actId="14100"/>
          <ac:cxnSpMkLst>
            <pc:docMk/>
            <pc:sldMk cId="1018404893" sldId="257"/>
            <ac:cxnSpMk id="91" creationId="{89D7BBA3-20B8-6646-F1E6-5A9E742A09AE}"/>
          </ac:cxnSpMkLst>
        </pc:cxnChg>
        <pc:cxnChg chg="add mod">
          <ac:chgData name="Bharath Bharath" userId="e4845cb436bf9c0e" providerId="LiveId" clId="{E4DF3256-23C1-4E8A-9D40-4E75BCDE1125}" dt="2026-07-14T09:16:26.542" v="374" actId="14100"/>
          <ac:cxnSpMkLst>
            <pc:docMk/>
            <pc:sldMk cId="1018404893" sldId="257"/>
            <ac:cxnSpMk id="93" creationId="{30D05F0A-B619-528D-87AA-5BE3A4EA462D}"/>
          </ac:cxnSpMkLst>
        </pc:cxnChg>
        <pc:cxnChg chg="add del mod">
          <ac:chgData name="Bharath Bharath" userId="e4845cb436bf9c0e" providerId="LiveId" clId="{E4DF3256-23C1-4E8A-9D40-4E75BCDE1125}" dt="2026-07-14T09:16:40.369" v="376" actId="11529"/>
          <ac:cxnSpMkLst>
            <pc:docMk/>
            <pc:sldMk cId="1018404893" sldId="257"/>
            <ac:cxnSpMk id="98" creationId="{D9AA89D8-E2F9-D7C2-FCCA-37A1A13A31DB}"/>
          </ac:cxnSpMkLst>
        </pc:cxnChg>
        <pc:cxnChg chg="add del mod">
          <ac:chgData name="Bharath Bharath" userId="e4845cb436bf9c0e" providerId="LiveId" clId="{E4DF3256-23C1-4E8A-9D40-4E75BCDE1125}" dt="2026-07-14T09:16:52.930" v="378" actId="478"/>
          <ac:cxnSpMkLst>
            <pc:docMk/>
            <pc:sldMk cId="1018404893" sldId="257"/>
            <ac:cxnSpMk id="100" creationId="{A35867B3-8B5E-42C6-A24B-D734B076012B}"/>
          </ac:cxnSpMkLst>
        </pc:cxnChg>
        <pc:cxnChg chg="add del mod">
          <ac:chgData name="Bharath Bharath" userId="e4845cb436bf9c0e" providerId="LiveId" clId="{E4DF3256-23C1-4E8A-9D40-4E75BCDE1125}" dt="2026-07-14T09:22:15.275" v="428" actId="478"/>
          <ac:cxnSpMkLst>
            <pc:docMk/>
            <pc:sldMk cId="1018404893" sldId="257"/>
            <ac:cxnSpMk id="101" creationId="{C0231797-C4F6-9A9D-ADD5-417B42CA392D}"/>
          </ac:cxnSpMkLst>
        </pc:cxnChg>
        <pc:cxnChg chg="add mod">
          <ac:chgData name="Bharath Bharath" userId="e4845cb436bf9c0e" providerId="LiveId" clId="{E4DF3256-23C1-4E8A-9D40-4E75BCDE1125}" dt="2026-07-14T09:22:03.061" v="426" actId="14100"/>
          <ac:cxnSpMkLst>
            <pc:docMk/>
            <pc:sldMk cId="1018404893" sldId="257"/>
            <ac:cxnSpMk id="104" creationId="{7357C796-1F8E-D9EA-1C21-3219E6EFE4F4}"/>
          </ac:cxnSpMkLst>
        </pc:cxnChg>
        <pc:cxnChg chg="add del mod">
          <ac:chgData name="Bharath Bharath" userId="e4845cb436bf9c0e" providerId="LiveId" clId="{E4DF3256-23C1-4E8A-9D40-4E75BCDE1125}" dt="2026-07-14T09:17:30.118" v="387" actId="478"/>
          <ac:cxnSpMkLst>
            <pc:docMk/>
            <pc:sldMk cId="1018404893" sldId="257"/>
            <ac:cxnSpMk id="106" creationId="{1C70B6FA-09CA-5BA4-056B-A99D79682851}"/>
          </ac:cxnSpMkLst>
        </pc:cxnChg>
        <pc:cxnChg chg="add mod">
          <ac:chgData name="Bharath Bharath" userId="e4845cb436bf9c0e" providerId="LiveId" clId="{E4DF3256-23C1-4E8A-9D40-4E75BCDE1125}" dt="2026-07-14T09:17:46.011" v="389" actId="13822"/>
          <ac:cxnSpMkLst>
            <pc:docMk/>
            <pc:sldMk cId="1018404893" sldId="257"/>
            <ac:cxnSpMk id="108" creationId="{FBDE12D5-4620-269C-1F75-5D0B3BD4DA20}"/>
          </ac:cxnSpMkLst>
        </pc:cxnChg>
        <pc:cxnChg chg="add mod">
          <ac:chgData name="Bharath Bharath" userId="e4845cb436bf9c0e" providerId="LiveId" clId="{E4DF3256-23C1-4E8A-9D40-4E75BCDE1125}" dt="2026-07-14T09:19:47.005" v="413" actId="14100"/>
          <ac:cxnSpMkLst>
            <pc:docMk/>
            <pc:sldMk cId="1018404893" sldId="257"/>
            <ac:cxnSpMk id="110" creationId="{ED99F861-D1C9-7372-16EF-42E8AD789B28}"/>
          </ac:cxnSpMkLst>
        </pc:cxnChg>
        <pc:cxnChg chg="add mod">
          <ac:chgData name="Bharath Bharath" userId="e4845cb436bf9c0e" providerId="LiveId" clId="{E4DF3256-23C1-4E8A-9D40-4E75BCDE1125}" dt="2026-07-14T09:18:12.392" v="393" actId="1076"/>
          <ac:cxnSpMkLst>
            <pc:docMk/>
            <pc:sldMk cId="1018404893" sldId="257"/>
            <ac:cxnSpMk id="111" creationId="{05E8D40C-7D1C-0635-1FE0-1021503CEB19}"/>
          </ac:cxnSpMkLst>
        </pc:cxnChg>
        <pc:cxnChg chg="add del mod">
          <ac:chgData name="Bharath Bharath" userId="e4845cb436bf9c0e" providerId="LiveId" clId="{E4DF3256-23C1-4E8A-9D40-4E75BCDE1125}" dt="2026-07-14T09:23:47.980" v="446" actId="478"/>
          <ac:cxnSpMkLst>
            <pc:docMk/>
            <pc:sldMk cId="1018404893" sldId="257"/>
            <ac:cxnSpMk id="112" creationId="{71B6AB5A-B34F-EA5C-48A5-7A005C27161E}"/>
          </ac:cxnSpMkLst>
        </pc:cxnChg>
        <pc:cxnChg chg="add mod">
          <ac:chgData name="Bharath Bharath" userId="e4845cb436bf9c0e" providerId="LiveId" clId="{E4DF3256-23C1-4E8A-9D40-4E75BCDE1125}" dt="2026-07-14T09:23:51.592" v="447" actId="14100"/>
          <ac:cxnSpMkLst>
            <pc:docMk/>
            <pc:sldMk cId="1018404893" sldId="257"/>
            <ac:cxnSpMk id="114" creationId="{DC0BB332-1542-665C-4B59-927F2F7386F0}"/>
          </ac:cxnSpMkLst>
        </pc:cxnChg>
        <pc:cxnChg chg="add mod">
          <ac:chgData name="Bharath Bharath" userId="e4845cb436bf9c0e" providerId="LiveId" clId="{E4DF3256-23C1-4E8A-9D40-4E75BCDE1125}" dt="2026-07-14T09:18:46.244" v="400" actId="13822"/>
          <ac:cxnSpMkLst>
            <pc:docMk/>
            <pc:sldMk cId="1018404893" sldId="257"/>
            <ac:cxnSpMk id="116" creationId="{C7BE301A-1423-F3AD-3279-CDDABD91F637}"/>
          </ac:cxnSpMkLst>
        </pc:cxnChg>
        <pc:cxnChg chg="add del mod">
          <ac:chgData name="Bharath Bharath" userId="e4845cb436bf9c0e" providerId="LiveId" clId="{E4DF3256-23C1-4E8A-9D40-4E75BCDE1125}" dt="2026-07-14T09:18:59.904" v="403" actId="478"/>
          <ac:cxnSpMkLst>
            <pc:docMk/>
            <pc:sldMk cId="1018404893" sldId="257"/>
            <ac:cxnSpMk id="118" creationId="{7571059A-542F-B9BE-EE88-29E9A5B1B4B6}"/>
          </ac:cxnSpMkLst>
        </pc:cxnChg>
        <pc:cxnChg chg="add mod">
          <ac:chgData name="Bharath Bharath" userId="e4845cb436bf9c0e" providerId="LiveId" clId="{E4DF3256-23C1-4E8A-9D40-4E75BCDE1125}" dt="2026-07-14T09:19:09.617" v="406" actId="13822"/>
          <ac:cxnSpMkLst>
            <pc:docMk/>
            <pc:sldMk cId="1018404893" sldId="257"/>
            <ac:cxnSpMk id="120" creationId="{100D277F-8123-3177-E220-27D366391271}"/>
          </ac:cxnSpMkLst>
        </pc:cxnChg>
        <pc:cxnChg chg="add mod">
          <ac:chgData name="Bharath Bharath" userId="e4845cb436bf9c0e" providerId="LiveId" clId="{E4DF3256-23C1-4E8A-9D40-4E75BCDE1125}" dt="2026-07-14T09:22:21.042" v="430" actId="1076"/>
          <ac:cxnSpMkLst>
            <pc:docMk/>
            <pc:sldMk cId="1018404893" sldId="257"/>
            <ac:cxnSpMk id="125" creationId="{050B0F41-D6AC-D26E-7782-E7C30754D8C7}"/>
          </ac:cxnSpMkLst>
        </pc:cxnChg>
        <pc:cxnChg chg="add mod">
          <ac:chgData name="Bharath Bharath" userId="e4845cb436bf9c0e" providerId="LiveId" clId="{E4DF3256-23C1-4E8A-9D40-4E75BCDE1125}" dt="2026-07-14T09:23:57.485" v="449" actId="1076"/>
          <ac:cxnSpMkLst>
            <pc:docMk/>
            <pc:sldMk cId="1018404893" sldId="257"/>
            <ac:cxnSpMk id="127" creationId="{E19E9C09-45AA-885D-01B7-418A1AABBD79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A0B9B-BA94-4106-FF45-B21B981844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874575-7259-2F09-37C3-BEDC3BAB5D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A6B6C6-363B-5078-410D-9F290F176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A9A52-98A8-44B8-9499-D1C6C884ECB4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73BA7F-F0D3-6AE5-3B20-6AFEEC2AF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B5F82D-FB80-856D-8998-2BF4A4C96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C8069-140A-4A1D-AA01-9BD4B18DA2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6156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A7AA7-3847-2E2C-E695-E0E76EA3C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E7B632-4EA3-641F-C407-18F70C2EBC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5D87E3-6A06-E27F-19DB-73BEACCCF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A9A52-98A8-44B8-9499-D1C6C884ECB4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3B3A55-8739-C58A-D556-7274D4857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C14149-0920-20F4-F097-263B1EF7F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C8069-140A-4A1D-AA01-9BD4B18DA2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85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A42BE-E0EE-F394-6F0E-064979E4B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C0A23E-B6E9-FABD-0A58-8D88100D6E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44110C-5166-4D76-F779-987D40862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A9A52-98A8-44B8-9499-D1C6C884ECB4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C3B0D-1B96-D5B6-C8CA-E18B4BAA7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CC91E4-232C-8310-1995-0B5CE6A73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C8069-140A-4A1D-AA01-9BD4B18DA2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8689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2777F-647F-52C7-5405-F69433BA4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336633-DB7F-F98A-50C2-7409A11F12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67A60E-810B-01AC-991C-9142FED418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B32D50-6713-0B0A-D951-631CD344D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A9A52-98A8-44B8-9499-D1C6C884ECB4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356C85-29A7-DEEF-4CF6-807F7F0CD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89BDC2-A488-04DD-5B03-CDAE7128D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C8069-140A-4A1D-AA01-9BD4B18DA2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09443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B54FD-2750-CA4B-590E-5D15C2981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D01EB5-3219-BF3A-5CFB-32BFA1214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19CA7E-79C9-67E4-7A0C-EA29602BE2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1D23E7-E6C6-DF6A-7E2F-4B9A8450E4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B69740-54E2-0870-6370-C73A5E6245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001F1C-0C7F-F460-7D81-E9BE7F818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A9A52-98A8-44B8-9499-D1C6C884ECB4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50D1FB-6D6F-42DE-3700-6CB2C9C0F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2BD75F-7389-8297-1B23-B268D6D0E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C8069-140A-4A1D-AA01-9BD4B18DA2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3176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92044-9B6B-14C7-8293-D9228604F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086165-BA36-E989-07BD-AB71C943C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A9A52-98A8-44B8-9499-D1C6C884ECB4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AE09F1-18D1-9259-BD94-D1EF3645C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AF1152-2735-29DA-9B6A-F9E6CC123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C8069-140A-4A1D-AA01-9BD4B18DA2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43951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24479B-5680-674D-0614-3C669B1DC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A9A52-98A8-44B8-9499-D1C6C884ECB4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461916-6A3A-EADB-1268-B566A4ACF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39470E-1AFB-AAC8-0CF4-1C6D9D8E2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C8069-140A-4A1D-AA01-9BD4B18DA2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1692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97B6B-CA3D-D3B8-9748-D0EC8A0CD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C6DE85-B75C-9A9B-3DD2-3AC94FCC11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95668A-87E7-5255-F770-98CD5AB3F7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A1F816-3EBC-BB19-3A3B-843449841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A9A52-98A8-44B8-9499-D1C6C884ECB4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F7DF7E-11C2-B60B-8156-4DB6F6231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E8933C-4F4A-8440-7E49-778B14497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C8069-140A-4A1D-AA01-9BD4B18DA2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35223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D75C0-E474-8AAE-A9BA-10C6BB4B9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26723C-69DC-C94D-CFC8-82554219E0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33850-788A-1AD3-136C-E5FB690FB4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13D6B7-F1B4-103A-5811-7CF5564F5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A9A52-98A8-44B8-9499-D1C6C884ECB4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BB10B9-3A71-1B6A-A56F-537208596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4A8E25-C233-7A30-FE4B-A5CEE6D8F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C8069-140A-4A1D-AA01-9BD4B18DA2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9754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B5B39-7F33-402D-4480-3898FC979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BEF364-76AC-A416-F8B7-B4B02AEF60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0690A9-5DF4-CE2D-FBE3-79D6CF951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A9A52-98A8-44B8-9499-D1C6C884ECB4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232804-576B-8345-FAE7-FD6A9676D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E48CE5-888C-575F-7E6C-CB2630A97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C8069-140A-4A1D-AA01-9BD4B18DA2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6046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9E2532-1833-5177-E87D-3B40275205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695796-A9D8-481F-C04F-58110D8BD0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0D0C64-F8CE-014B-7FCB-DB7AE0307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A9A52-98A8-44B8-9499-D1C6C884ECB4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948BFE-8527-6710-2C6A-604C975A5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763154-7CCD-9523-3AB0-FEDEDE63C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C8069-140A-4A1D-AA01-9BD4B18DA2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7626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315B4F-DC60-26DE-8FD7-D88412838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220295-D0AC-46A3-4CC6-A8D97CAD2B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75C2F0-532E-221B-3872-8E83BF7C4B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6A9A52-98A8-44B8-9499-D1C6C884ECB4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BFC7E4-8F08-58C5-78D8-F875449775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B2C668-2221-02C5-4929-0AE85DE57F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1C8069-140A-4A1D-AA01-9BD4B18DA2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8695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Alternate Process 3">
            <a:extLst>
              <a:ext uri="{FF2B5EF4-FFF2-40B4-BE49-F238E27FC236}">
                <a16:creationId xmlns:a16="http://schemas.microsoft.com/office/drawing/2014/main" id="{8337CAF7-56A8-171D-B5FF-504E62AD4DFC}"/>
              </a:ext>
            </a:extLst>
          </p:cNvPr>
          <p:cNvSpPr/>
          <p:nvPr/>
        </p:nvSpPr>
        <p:spPr>
          <a:xfrm>
            <a:off x="5078896" y="2286000"/>
            <a:ext cx="2216426" cy="1421296"/>
          </a:xfrm>
          <a:prstGeom prst="flowChartAlternate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AUTONOMOUS DRONE – 3D SCENE RECONSTRUCTION CONCEPT MAP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B9A275-8D2D-8AB0-21BF-C5FCA38233A1}"/>
              </a:ext>
            </a:extLst>
          </p:cNvPr>
          <p:cNvSpPr/>
          <p:nvPr/>
        </p:nvSpPr>
        <p:spPr>
          <a:xfrm>
            <a:off x="258417" y="49696"/>
            <a:ext cx="3081130" cy="123245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FORMATION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• 3D Scene projected onto 2D Image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DC68C4-E99A-96E7-E3B0-076AC006AD57}"/>
              </a:ext>
            </a:extLst>
          </p:cNvPr>
          <p:cNvSpPr/>
          <p:nvPr/>
        </p:nvSpPr>
        <p:spPr>
          <a:xfrm>
            <a:off x="387626" y="1828800"/>
            <a:ext cx="3081131" cy="1232452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Lighting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Perspective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• Lens Distortion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Raw Images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C99734-85BC-D307-41A4-9DFD09128239}"/>
              </a:ext>
            </a:extLst>
          </p:cNvPr>
          <p:cNvSpPr/>
          <p:nvPr/>
        </p:nvSpPr>
        <p:spPr>
          <a:xfrm>
            <a:off x="258417" y="3309730"/>
            <a:ext cx="3538331" cy="1719471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CAMERA CALIBRATION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• Estimate Intrinsic Parameters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• Estimate Extrinsic Parameters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F1DC220-5F00-DA9E-7F71-1BAA65B9669D}"/>
              </a:ext>
            </a:extLst>
          </p:cNvPr>
          <p:cNvSpPr/>
          <p:nvPr/>
        </p:nvSpPr>
        <p:spPr>
          <a:xfrm>
            <a:off x="1649896" y="5426765"/>
            <a:ext cx="2961861" cy="123245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Remove Lens Distortion 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Camera Pose Estimation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• Checkerboard /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ChArUco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Pattern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196BEF9-7FF3-7D3C-910C-3EA08D78E563}"/>
              </a:ext>
            </a:extLst>
          </p:cNvPr>
          <p:cNvSpPr/>
          <p:nvPr/>
        </p:nvSpPr>
        <p:spPr>
          <a:xfrm>
            <a:off x="4442792" y="238540"/>
            <a:ext cx="3627782" cy="1232452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Pinhole Camera Model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Intrinsic Parameters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Distortion Model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• 3D World → 2D Image Projection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440A68-F7AE-48AD-86FB-5F4C2355EA62}"/>
              </a:ext>
            </a:extLst>
          </p:cNvPr>
          <p:cNvSpPr/>
          <p:nvPr/>
        </p:nvSpPr>
        <p:spPr>
          <a:xfrm>
            <a:off x="8577470" y="182217"/>
            <a:ext cx="3445565" cy="129208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BINOCULAR VISION 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Left &amp; Right Images 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Feature Correspondence 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Disparity Calculation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F1A7C19-A3A6-4271-63A9-D315FA9091E5}"/>
              </a:ext>
            </a:extLst>
          </p:cNvPr>
          <p:cNvSpPr/>
          <p:nvPr/>
        </p:nvSpPr>
        <p:spPr>
          <a:xfrm>
            <a:off x="8640417" y="3872533"/>
            <a:ext cx="3319670" cy="1083365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3D RECONSTRUCTION • Triangulation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• Bundle Adjustment 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Dense Point Cloud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31CFF14-8BE9-CE1A-E41B-D2546FA74624}"/>
              </a:ext>
            </a:extLst>
          </p:cNvPr>
          <p:cNvSpPr/>
          <p:nvPr/>
        </p:nvSpPr>
        <p:spPr>
          <a:xfrm>
            <a:off x="8577470" y="2109579"/>
            <a:ext cx="3445565" cy="1292087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VIEW GEOMETRY 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Multiple Camera Views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•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Epipolar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Geometry 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Fundamental Matrix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C8DF7C7-3BFC-0CDA-7698-371A46CE6A2A}"/>
              </a:ext>
            </a:extLst>
          </p:cNvPr>
          <p:cNvSpPr/>
          <p:nvPr/>
        </p:nvSpPr>
        <p:spPr>
          <a:xfrm>
            <a:off x="8577470" y="5426765"/>
            <a:ext cx="3445565" cy="1292087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3D SCENE RECONSTRUCTION 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Point Cloud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• Mesh 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Digital Surface Model</a:t>
            </a:r>
          </a:p>
        </p:txBody>
      </p:sp>
      <p:sp>
        <p:nvSpPr>
          <p:cNvPr id="16" name="Pentagon 15">
            <a:extLst>
              <a:ext uri="{FF2B5EF4-FFF2-40B4-BE49-F238E27FC236}">
                <a16:creationId xmlns:a16="http://schemas.microsoft.com/office/drawing/2014/main" id="{C1FEA313-819C-8604-9C66-4C6F4B38C3ED}"/>
              </a:ext>
            </a:extLst>
          </p:cNvPr>
          <p:cNvSpPr/>
          <p:nvPr/>
        </p:nvSpPr>
        <p:spPr>
          <a:xfrm>
            <a:off x="4949688" y="4169465"/>
            <a:ext cx="3051312" cy="2489752"/>
          </a:xfrm>
          <a:prstGeom prst="pentag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DEPENDENCIES Camera Model ↘ Image Formation ↘ Camera Calibration ↘ Binocular Vision ↘ Multiple View Geometry 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B869F85-716E-4E11-FC6D-6C7FA8621FBD}"/>
              </a:ext>
            </a:extLst>
          </p:cNvPr>
          <p:cNvCxnSpPr>
            <a:cxnSpLocks/>
            <a:endCxn id="5" idx="3"/>
          </p:cNvCxnSpPr>
          <p:nvPr/>
        </p:nvCxnSpPr>
        <p:spPr>
          <a:xfrm flipH="1">
            <a:off x="3339547" y="665922"/>
            <a:ext cx="110324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87CFFFA-3A90-4D55-19DA-BA9BAB18AA1A}"/>
              </a:ext>
            </a:extLst>
          </p:cNvPr>
          <p:cNvCxnSpPr>
            <a:cxnSpLocks/>
          </p:cNvCxnSpPr>
          <p:nvPr/>
        </p:nvCxnSpPr>
        <p:spPr>
          <a:xfrm>
            <a:off x="1649896" y="1282148"/>
            <a:ext cx="0" cy="5466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00557F9-A835-59A6-A179-9938C985B8E4}"/>
              </a:ext>
            </a:extLst>
          </p:cNvPr>
          <p:cNvCxnSpPr>
            <a:cxnSpLocks/>
          </p:cNvCxnSpPr>
          <p:nvPr/>
        </p:nvCxnSpPr>
        <p:spPr>
          <a:xfrm>
            <a:off x="1649896" y="3061252"/>
            <a:ext cx="0" cy="2749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80D2658-E76D-CDB7-76F0-4FB1FA4073EE}"/>
              </a:ext>
            </a:extLst>
          </p:cNvPr>
          <p:cNvCxnSpPr>
            <a:cxnSpLocks/>
            <a:stCxn id="13" idx="2"/>
          </p:cNvCxnSpPr>
          <p:nvPr/>
        </p:nvCxnSpPr>
        <p:spPr>
          <a:xfrm flipH="1">
            <a:off x="10300252" y="3401666"/>
            <a:ext cx="1" cy="4547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7A63E86-5FBC-9321-2D41-DC57CC27C997}"/>
              </a:ext>
            </a:extLst>
          </p:cNvPr>
          <p:cNvCxnSpPr>
            <a:cxnSpLocks/>
          </p:cNvCxnSpPr>
          <p:nvPr/>
        </p:nvCxnSpPr>
        <p:spPr>
          <a:xfrm>
            <a:off x="10300252" y="1494183"/>
            <a:ext cx="0" cy="5466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F238A79-385B-137E-74F3-10B55193381B}"/>
              </a:ext>
            </a:extLst>
          </p:cNvPr>
          <p:cNvCxnSpPr>
            <a:cxnSpLocks/>
          </p:cNvCxnSpPr>
          <p:nvPr/>
        </p:nvCxnSpPr>
        <p:spPr>
          <a:xfrm flipH="1">
            <a:off x="10300252" y="4989445"/>
            <a:ext cx="1" cy="4547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11DF86C9-3B61-5B6B-94D5-5890E56A9570}"/>
              </a:ext>
            </a:extLst>
          </p:cNvPr>
          <p:cNvCxnSpPr>
            <a:stCxn id="7" idx="1"/>
            <a:endCxn id="8" idx="1"/>
          </p:cNvCxnSpPr>
          <p:nvPr/>
        </p:nvCxnSpPr>
        <p:spPr>
          <a:xfrm rot="10800000" flipH="1" flipV="1">
            <a:off x="258416" y="4169465"/>
            <a:ext cx="1391479" cy="1873525"/>
          </a:xfrm>
          <a:prstGeom prst="bentConnector3">
            <a:avLst>
              <a:gd name="adj1" fmla="val -16429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879416C2-A398-EE65-DA6E-44FC6EDE70DF}"/>
              </a:ext>
            </a:extLst>
          </p:cNvPr>
          <p:cNvCxnSpPr>
            <a:stCxn id="15" idx="1"/>
            <a:endCxn id="16" idx="5"/>
          </p:cNvCxnSpPr>
          <p:nvPr/>
        </p:nvCxnSpPr>
        <p:spPr>
          <a:xfrm rot="10800000">
            <a:off x="8000998" y="5120463"/>
            <a:ext cx="576473" cy="95234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DACC0FC6-2B7F-88B1-7682-1D2DAFEEF211}"/>
              </a:ext>
            </a:extLst>
          </p:cNvPr>
          <p:cNvCxnSpPr>
            <a:stCxn id="8" idx="3"/>
            <a:endCxn id="16" idx="1"/>
          </p:cNvCxnSpPr>
          <p:nvPr/>
        </p:nvCxnSpPr>
        <p:spPr>
          <a:xfrm flipV="1">
            <a:off x="4611757" y="5120463"/>
            <a:ext cx="337934" cy="922528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B52C6267-E476-0F39-8923-90F7A27F279D}"/>
              </a:ext>
            </a:extLst>
          </p:cNvPr>
          <p:cNvCxnSpPr>
            <a:stCxn id="16" idx="0"/>
            <a:endCxn id="4" idx="2"/>
          </p:cNvCxnSpPr>
          <p:nvPr/>
        </p:nvCxnSpPr>
        <p:spPr>
          <a:xfrm rot="16200000" flipV="1">
            <a:off x="6100143" y="3794263"/>
            <a:ext cx="462169" cy="28823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2C164308-2ECD-2261-881A-244104C6B913}"/>
              </a:ext>
            </a:extLst>
          </p:cNvPr>
          <p:cNvCxnSpPr>
            <a:cxnSpLocks/>
          </p:cNvCxnSpPr>
          <p:nvPr/>
        </p:nvCxnSpPr>
        <p:spPr>
          <a:xfrm flipV="1">
            <a:off x="6187109" y="1555474"/>
            <a:ext cx="0" cy="6510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5759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BF985-66DF-C080-4725-901299C52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que 41">
            <a:extLst>
              <a:ext uri="{FF2B5EF4-FFF2-40B4-BE49-F238E27FC236}">
                <a16:creationId xmlns:a16="http://schemas.microsoft.com/office/drawing/2014/main" id="{BF92DE22-DACB-1867-CD15-77A3A1FF9C3B}"/>
              </a:ext>
            </a:extLst>
          </p:cNvPr>
          <p:cNvSpPr/>
          <p:nvPr/>
        </p:nvSpPr>
        <p:spPr>
          <a:xfrm>
            <a:off x="4668077" y="2462004"/>
            <a:ext cx="2339010" cy="1918252"/>
          </a:xfrm>
          <a:prstGeom prst="plaqu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PHOTO EDITING + OBJECT RECOGNITION + AR APP</a:t>
            </a:r>
          </a:p>
        </p:txBody>
      </p:sp>
      <p:sp>
        <p:nvSpPr>
          <p:cNvPr id="68" name="Flowchart: Alternate Process 67">
            <a:extLst>
              <a:ext uri="{FF2B5EF4-FFF2-40B4-BE49-F238E27FC236}">
                <a16:creationId xmlns:a16="http://schemas.microsoft.com/office/drawing/2014/main" id="{85DB1A29-4B49-247B-66C1-83C93CD54070}"/>
              </a:ext>
            </a:extLst>
          </p:cNvPr>
          <p:cNvSpPr/>
          <p:nvPr/>
        </p:nvSpPr>
        <p:spPr>
          <a:xfrm>
            <a:off x="4396409" y="183874"/>
            <a:ext cx="2912165" cy="1639956"/>
          </a:xfrm>
          <a:prstGeom prst="flowChartAlternateProcess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 Processing</a:t>
            </a:r>
          </a:p>
          <a:p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Enhances and transforms images </a:t>
            </a:r>
          </a:p>
          <a:p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Improves image quality </a:t>
            </a:r>
          </a:p>
          <a:p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Prepares image for further analysis</a:t>
            </a:r>
          </a:p>
        </p:txBody>
      </p:sp>
      <p:sp>
        <p:nvSpPr>
          <p:cNvPr id="70" name="Flowchart: Alternate Process 69">
            <a:extLst>
              <a:ext uri="{FF2B5EF4-FFF2-40B4-BE49-F238E27FC236}">
                <a16:creationId xmlns:a16="http://schemas.microsoft.com/office/drawing/2014/main" id="{3D138C2D-B16B-D8DC-8F74-72FD57428092}"/>
              </a:ext>
            </a:extLst>
          </p:cNvPr>
          <p:cNvSpPr/>
          <p:nvPr/>
        </p:nvSpPr>
        <p:spPr>
          <a:xfrm>
            <a:off x="4181061" y="5380382"/>
            <a:ext cx="2912165" cy="1143000"/>
          </a:xfrm>
          <a:prstGeom prst="flowChartAlternateProcess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Detects and understands objects and scenes</a:t>
            </a:r>
          </a:p>
        </p:txBody>
      </p:sp>
      <p:sp>
        <p:nvSpPr>
          <p:cNvPr id="71" name="Flowchart: Alternate Process 70">
            <a:extLst>
              <a:ext uri="{FF2B5EF4-FFF2-40B4-BE49-F238E27FC236}">
                <a16:creationId xmlns:a16="http://schemas.microsoft.com/office/drawing/2014/main" id="{3E18BFB4-462E-62DA-DE22-B499893845DB}"/>
              </a:ext>
            </a:extLst>
          </p:cNvPr>
          <p:cNvSpPr/>
          <p:nvPr/>
        </p:nvSpPr>
        <p:spPr>
          <a:xfrm>
            <a:off x="7308574" y="1892161"/>
            <a:ext cx="3541644" cy="993913"/>
          </a:xfrm>
          <a:prstGeom prst="flowChartAlternateProcess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Smart Photo Editing </a:t>
            </a:r>
          </a:p>
          <a:p>
            <a:pPr algn="ctr"/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 Enhance </a:t>
            </a:r>
            <a:b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Background Removal </a:t>
            </a:r>
          </a:p>
          <a:p>
            <a:pPr algn="ctr"/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Beauty Filters</a:t>
            </a:r>
          </a:p>
        </p:txBody>
      </p:sp>
      <p:sp>
        <p:nvSpPr>
          <p:cNvPr id="73" name="Flowchart: Alternate Process 72">
            <a:extLst>
              <a:ext uri="{FF2B5EF4-FFF2-40B4-BE49-F238E27FC236}">
                <a16:creationId xmlns:a16="http://schemas.microsoft.com/office/drawing/2014/main" id="{2E0A71F0-4544-5CEA-62CF-583EA4470197}"/>
              </a:ext>
            </a:extLst>
          </p:cNvPr>
          <p:cNvSpPr/>
          <p:nvPr/>
        </p:nvSpPr>
        <p:spPr>
          <a:xfrm>
            <a:off x="639417" y="1965048"/>
            <a:ext cx="3541644" cy="993913"/>
          </a:xfrm>
          <a:prstGeom prst="flowChartAlternateProcess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Filtering → Edge Detection → Segmentation</a:t>
            </a:r>
            <a:b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Detection → Object Detection → Image Classification</a:t>
            </a:r>
          </a:p>
        </p:txBody>
      </p:sp>
      <p:sp>
        <p:nvSpPr>
          <p:cNvPr id="74" name="Flowchart: Alternate Process 73">
            <a:extLst>
              <a:ext uri="{FF2B5EF4-FFF2-40B4-BE49-F238E27FC236}">
                <a16:creationId xmlns:a16="http://schemas.microsoft.com/office/drawing/2014/main" id="{A74C5B66-E22F-FC82-BA40-9B0C5551AED2}"/>
              </a:ext>
            </a:extLst>
          </p:cNvPr>
          <p:cNvSpPr/>
          <p:nvPr/>
        </p:nvSpPr>
        <p:spPr>
          <a:xfrm>
            <a:off x="7583557" y="3671678"/>
            <a:ext cx="3409122" cy="1370773"/>
          </a:xfrm>
          <a:prstGeom prst="flowChartAlternateProcess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 Engine</a:t>
            </a:r>
            <a:br>
              <a:rPr lang="en-IN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Combines the real world with the virtual world</a:t>
            </a:r>
          </a:p>
        </p:txBody>
      </p:sp>
      <p:sp>
        <p:nvSpPr>
          <p:cNvPr id="78" name="Flowchart: Alternate Process 77">
            <a:extLst>
              <a:ext uri="{FF2B5EF4-FFF2-40B4-BE49-F238E27FC236}">
                <a16:creationId xmlns:a16="http://schemas.microsoft.com/office/drawing/2014/main" id="{179012D2-1829-D0B3-B170-3875125FDC9E}"/>
              </a:ext>
            </a:extLst>
          </p:cNvPr>
          <p:cNvSpPr/>
          <p:nvPr/>
        </p:nvSpPr>
        <p:spPr>
          <a:xfrm>
            <a:off x="705678" y="3746222"/>
            <a:ext cx="3409122" cy="1296229"/>
          </a:xfrm>
          <a:prstGeom prst="flowChartAlternateProcess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Segmentation → Depth Estimation → Motion Tracking</a:t>
            </a:r>
            <a:b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 Level → Mid Level → High Level → Very High Level</a:t>
            </a:r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6F20072C-50F1-E024-F26B-56BDFF49B45B}"/>
              </a:ext>
            </a:extLst>
          </p:cNvPr>
          <p:cNvSpPr/>
          <p:nvPr/>
        </p:nvSpPr>
        <p:spPr>
          <a:xfrm>
            <a:off x="8458200" y="183874"/>
            <a:ext cx="3541644" cy="993913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Textures → Animation → Scene Composition</a:t>
            </a:r>
            <a:b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 Overlay</a:t>
            </a:r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FB968965-169E-2033-75F0-3516C300A571}"/>
              </a:ext>
            </a:extLst>
          </p:cNvPr>
          <p:cNvSpPr/>
          <p:nvPr/>
        </p:nvSpPr>
        <p:spPr>
          <a:xfrm>
            <a:off x="0" y="183874"/>
            <a:ext cx="3541644" cy="993913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Noise Reduction → Contrast Enhancement → </a:t>
            </a:r>
            <a:r>
              <a:rPr lang="en-IN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Correction</a:t>
            </a:r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F5286813-CD66-1BF8-B005-7F70DF9E4680}"/>
              </a:ext>
            </a:extLst>
          </p:cNvPr>
          <p:cNvSpPr/>
          <p:nvPr/>
        </p:nvSpPr>
        <p:spPr>
          <a:xfrm>
            <a:off x="8975035" y="5516217"/>
            <a:ext cx="3120887" cy="11430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  <a:br>
              <a:rPr lang="en-IN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Delivers smart, interactive, and immersive solutions</a:t>
            </a:r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8B86D70D-557B-551C-E39F-5B185D21DDAE}"/>
              </a:ext>
            </a:extLst>
          </p:cNvPr>
          <p:cNvSpPr/>
          <p:nvPr/>
        </p:nvSpPr>
        <p:spPr>
          <a:xfrm>
            <a:off x="96079" y="5668617"/>
            <a:ext cx="3120887" cy="11430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 Graphics</a:t>
            </a:r>
            <a:b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3D </a:t>
            </a:r>
            <a:r>
              <a:rPr lang="en-IN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Rendering → Lighting &amp; Shading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1A31BF8E-A81E-98EF-8752-8348C1135F03}"/>
              </a:ext>
            </a:extLst>
          </p:cNvPr>
          <p:cNvCxnSpPr>
            <a:cxnSpLocks/>
          </p:cNvCxnSpPr>
          <p:nvPr/>
        </p:nvCxnSpPr>
        <p:spPr>
          <a:xfrm flipV="1">
            <a:off x="5847522" y="1892161"/>
            <a:ext cx="0" cy="5698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1" name="Connector: Elbow 90">
            <a:extLst>
              <a:ext uri="{FF2B5EF4-FFF2-40B4-BE49-F238E27FC236}">
                <a16:creationId xmlns:a16="http://schemas.microsoft.com/office/drawing/2014/main" id="{89D7BBA3-20B8-6646-F1E6-5A9E742A09AE}"/>
              </a:ext>
            </a:extLst>
          </p:cNvPr>
          <p:cNvCxnSpPr>
            <a:cxnSpLocks/>
            <a:stCxn id="68" idx="1"/>
            <a:endCxn id="81" idx="3"/>
          </p:cNvCxnSpPr>
          <p:nvPr/>
        </p:nvCxnSpPr>
        <p:spPr>
          <a:xfrm rot="10800000">
            <a:off x="3541645" y="680832"/>
            <a:ext cx="854765" cy="32302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30D05F0A-B619-528D-87AA-5BE3A4EA462D}"/>
              </a:ext>
            </a:extLst>
          </p:cNvPr>
          <p:cNvCxnSpPr>
            <a:cxnSpLocks/>
          </p:cNvCxnSpPr>
          <p:nvPr/>
        </p:nvCxnSpPr>
        <p:spPr>
          <a:xfrm>
            <a:off x="1818861" y="1252331"/>
            <a:ext cx="0" cy="7127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4" name="Connector: Elbow 103">
            <a:extLst>
              <a:ext uri="{FF2B5EF4-FFF2-40B4-BE49-F238E27FC236}">
                <a16:creationId xmlns:a16="http://schemas.microsoft.com/office/drawing/2014/main" id="{7357C796-1F8E-D9EA-1C21-3219E6EFE4F4}"/>
              </a:ext>
            </a:extLst>
          </p:cNvPr>
          <p:cNvCxnSpPr>
            <a:cxnSpLocks/>
            <a:stCxn id="78" idx="1"/>
            <a:endCxn id="84" idx="0"/>
          </p:cNvCxnSpPr>
          <p:nvPr/>
        </p:nvCxnSpPr>
        <p:spPr>
          <a:xfrm rot="10800000" flipH="1" flipV="1">
            <a:off x="705677" y="4394337"/>
            <a:ext cx="950845" cy="1274280"/>
          </a:xfrm>
          <a:prstGeom prst="bentConnector4">
            <a:avLst>
              <a:gd name="adj1" fmla="val -24042"/>
              <a:gd name="adj2" fmla="val 75431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8" name="Connector: Elbow 107">
            <a:extLst>
              <a:ext uri="{FF2B5EF4-FFF2-40B4-BE49-F238E27FC236}">
                <a16:creationId xmlns:a16="http://schemas.microsoft.com/office/drawing/2014/main" id="{FBDE12D5-4620-269C-1F75-5D0B3BD4DA20}"/>
              </a:ext>
            </a:extLst>
          </p:cNvPr>
          <p:cNvCxnSpPr>
            <a:stCxn id="84" idx="3"/>
            <a:endCxn id="70" idx="1"/>
          </p:cNvCxnSpPr>
          <p:nvPr/>
        </p:nvCxnSpPr>
        <p:spPr>
          <a:xfrm flipV="1">
            <a:off x="3216966" y="5951882"/>
            <a:ext cx="964095" cy="28823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0" name="Connector: Elbow 109">
            <a:extLst>
              <a:ext uri="{FF2B5EF4-FFF2-40B4-BE49-F238E27FC236}">
                <a16:creationId xmlns:a16="http://schemas.microsoft.com/office/drawing/2014/main" id="{ED99F861-D1C9-7372-16EF-42E8AD789B28}"/>
              </a:ext>
            </a:extLst>
          </p:cNvPr>
          <p:cNvCxnSpPr>
            <a:cxnSpLocks/>
            <a:stCxn id="68" idx="3"/>
            <a:endCxn id="79" idx="1"/>
          </p:cNvCxnSpPr>
          <p:nvPr/>
        </p:nvCxnSpPr>
        <p:spPr>
          <a:xfrm flipV="1">
            <a:off x="7308574" y="680831"/>
            <a:ext cx="1149626" cy="32302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05E8D40C-7D1C-0635-1FE0-1021503CEB19}"/>
              </a:ext>
            </a:extLst>
          </p:cNvPr>
          <p:cNvCxnSpPr>
            <a:cxnSpLocks/>
          </p:cNvCxnSpPr>
          <p:nvPr/>
        </p:nvCxnSpPr>
        <p:spPr>
          <a:xfrm>
            <a:off x="9554818" y="1177787"/>
            <a:ext cx="0" cy="7127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4" name="Connector: Elbow 113">
            <a:extLst>
              <a:ext uri="{FF2B5EF4-FFF2-40B4-BE49-F238E27FC236}">
                <a16:creationId xmlns:a16="http://schemas.microsoft.com/office/drawing/2014/main" id="{DC0BB332-1542-665C-4B59-927F2F7386F0}"/>
              </a:ext>
            </a:extLst>
          </p:cNvPr>
          <p:cNvCxnSpPr>
            <a:cxnSpLocks/>
            <a:stCxn id="74" idx="3"/>
            <a:endCxn id="82" idx="0"/>
          </p:cNvCxnSpPr>
          <p:nvPr/>
        </p:nvCxnSpPr>
        <p:spPr>
          <a:xfrm flipH="1">
            <a:off x="10535479" y="4357065"/>
            <a:ext cx="457200" cy="1159152"/>
          </a:xfrm>
          <a:prstGeom prst="bentConnector4">
            <a:avLst>
              <a:gd name="adj1" fmla="val -50000"/>
              <a:gd name="adj2" fmla="val 79564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6" name="Connector: Elbow 115">
            <a:extLst>
              <a:ext uri="{FF2B5EF4-FFF2-40B4-BE49-F238E27FC236}">
                <a16:creationId xmlns:a16="http://schemas.microsoft.com/office/drawing/2014/main" id="{C7BE301A-1423-F3AD-3279-CDDABD91F637}"/>
              </a:ext>
            </a:extLst>
          </p:cNvPr>
          <p:cNvCxnSpPr>
            <a:stCxn id="82" idx="1"/>
            <a:endCxn id="70" idx="3"/>
          </p:cNvCxnSpPr>
          <p:nvPr/>
        </p:nvCxnSpPr>
        <p:spPr>
          <a:xfrm rot="10800000">
            <a:off x="7093227" y="5951883"/>
            <a:ext cx="1881809" cy="13583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100D277F-8123-3177-E220-27D366391271}"/>
              </a:ext>
            </a:extLst>
          </p:cNvPr>
          <p:cNvCxnSpPr/>
          <p:nvPr/>
        </p:nvCxnSpPr>
        <p:spPr>
          <a:xfrm flipV="1">
            <a:off x="5847522" y="4380256"/>
            <a:ext cx="0" cy="10001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050B0F41-D6AC-D26E-7782-E7C30754D8C7}"/>
              </a:ext>
            </a:extLst>
          </p:cNvPr>
          <p:cNvCxnSpPr>
            <a:cxnSpLocks/>
          </p:cNvCxnSpPr>
          <p:nvPr/>
        </p:nvCxnSpPr>
        <p:spPr>
          <a:xfrm>
            <a:off x="2309191" y="2958961"/>
            <a:ext cx="0" cy="7127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E19E9C09-45AA-885D-01B7-418A1AABBD79}"/>
              </a:ext>
            </a:extLst>
          </p:cNvPr>
          <p:cNvCxnSpPr>
            <a:cxnSpLocks/>
          </p:cNvCxnSpPr>
          <p:nvPr/>
        </p:nvCxnSpPr>
        <p:spPr>
          <a:xfrm>
            <a:off x="9554818" y="2886074"/>
            <a:ext cx="0" cy="7127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84048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267</Words>
  <Application>Microsoft Office PowerPoint</Application>
  <PresentationFormat>Widescreen</PresentationFormat>
  <Paragraphs>49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Bharath Bharath</dc:creator>
  <cp:lastModifiedBy>Bharath Bharath</cp:lastModifiedBy>
  <cp:revision>1</cp:revision>
  <dcterms:created xsi:type="dcterms:W3CDTF">2026-07-14T08:43:16Z</dcterms:created>
  <dcterms:modified xsi:type="dcterms:W3CDTF">2026-07-14T09:24:58Z</dcterms:modified>
</cp:coreProperties>
</file>